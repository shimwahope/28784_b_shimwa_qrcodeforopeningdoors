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8" r:id="rId3"/>
    <p:sldId id="257" r:id="rId4"/>
    <p:sldId id="263" r:id="rId5"/>
    <p:sldId id="259" r:id="rId6"/>
    <p:sldId id="260" r:id="rId7"/>
    <p:sldId id="261"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2" d="100"/>
          <a:sy n="62" d="100"/>
        </p:scale>
        <p:origin x="8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9A30D69-C487-42C4-8339-9CC20ECCE514}" type="datetimeFigureOut">
              <a:rPr lang="en-RW" smtClean="0"/>
              <a:t>20/12/2025</a:t>
            </a:fld>
            <a:endParaRPr lang="en-RW"/>
          </a:p>
        </p:txBody>
      </p:sp>
      <p:sp>
        <p:nvSpPr>
          <p:cNvPr id="5" name="Footer Placeholder 4"/>
          <p:cNvSpPr>
            <a:spLocks noGrp="1"/>
          </p:cNvSpPr>
          <p:nvPr>
            <p:ph type="ftr" sz="quarter" idx="11"/>
          </p:nvPr>
        </p:nvSpPr>
        <p:spPr/>
        <p:txBody>
          <a:bodyPr/>
          <a:lstStyle/>
          <a:p>
            <a:endParaRPr lang="en-RW"/>
          </a:p>
        </p:txBody>
      </p:sp>
      <p:sp>
        <p:nvSpPr>
          <p:cNvPr id="6" name="Slide Number Placeholder 5"/>
          <p:cNvSpPr>
            <a:spLocks noGrp="1"/>
          </p:cNvSpPr>
          <p:nvPr>
            <p:ph type="sldNum" sz="quarter" idx="12"/>
          </p:nvPr>
        </p:nvSpPr>
        <p:spPr/>
        <p:txBody>
          <a:bodyPr/>
          <a:lstStyle/>
          <a:p>
            <a:fld id="{9A2B8034-3882-49C1-8F2F-FBFE419CDFCD}" type="slidenum">
              <a:rPr lang="en-RW" smtClean="0"/>
              <a:t>‹#›</a:t>
            </a:fld>
            <a:endParaRPr lang="en-RW"/>
          </a:p>
        </p:txBody>
      </p:sp>
    </p:spTree>
    <p:extLst>
      <p:ext uri="{BB962C8B-B14F-4D97-AF65-F5344CB8AC3E}">
        <p14:creationId xmlns:p14="http://schemas.microsoft.com/office/powerpoint/2010/main" val="3792528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9A30D69-C487-42C4-8339-9CC20ECCE514}" type="datetimeFigureOut">
              <a:rPr lang="en-RW" smtClean="0"/>
              <a:t>20/12/2025</a:t>
            </a:fld>
            <a:endParaRPr lang="en-RW"/>
          </a:p>
        </p:txBody>
      </p:sp>
      <p:sp>
        <p:nvSpPr>
          <p:cNvPr id="5" name="Footer Placeholder 4"/>
          <p:cNvSpPr>
            <a:spLocks noGrp="1"/>
          </p:cNvSpPr>
          <p:nvPr>
            <p:ph type="ftr" sz="quarter" idx="11"/>
          </p:nvPr>
        </p:nvSpPr>
        <p:spPr/>
        <p:txBody>
          <a:bodyPr/>
          <a:lstStyle/>
          <a:p>
            <a:endParaRPr lang="en-RW"/>
          </a:p>
        </p:txBody>
      </p:sp>
      <p:sp>
        <p:nvSpPr>
          <p:cNvPr id="6" name="Slide Number Placeholder 5"/>
          <p:cNvSpPr>
            <a:spLocks noGrp="1"/>
          </p:cNvSpPr>
          <p:nvPr>
            <p:ph type="sldNum" sz="quarter" idx="12"/>
          </p:nvPr>
        </p:nvSpPr>
        <p:spPr/>
        <p:txBody>
          <a:bodyPr/>
          <a:lstStyle/>
          <a:p>
            <a:fld id="{9A2B8034-3882-49C1-8F2F-FBFE419CDFCD}" type="slidenum">
              <a:rPr lang="en-RW" smtClean="0"/>
              <a:t>‹#›</a:t>
            </a:fld>
            <a:endParaRPr lang="en-RW"/>
          </a:p>
        </p:txBody>
      </p:sp>
    </p:spTree>
    <p:extLst>
      <p:ext uri="{BB962C8B-B14F-4D97-AF65-F5344CB8AC3E}">
        <p14:creationId xmlns:p14="http://schemas.microsoft.com/office/powerpoint/2010/main" val="4126951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A30D69-C487-42C4-8339-9CC20ECCE514}" type="datetimeFigureOut">
              <a:rPr lang="en-RW" smtClean="0"/>
              <a:t>20/12/2025</a:t>
            </a:fld>
            <a:endParaRPr lang="en-RW"/>
          </a:p>
        </p:txBody>
      </p:sp>
      <p:sp>
        <p:nvSpPr>
          <p:cNvPr id="5" name="Footer Placeholder 4"/>
          <p:cNvSpPr>
            <a:spLocks noGrp="1"/>
          </p:cNvSpPr>
          <p:nvPr>
            <p:ph type="ftr" sz="quarter" idx="11"/>
          </p:nvPr>
        </p:nvSpPr>
        <p:spPr/>
        <p:txBody>
          <a:bodyPr/>
          <a:lstStyle/>
          <a:p>
            <a:endParaRPr lang="en-RW"/>
          </a:p>
        </p:txBody>
      </p:sp>
      <p:sp>
        <p:nvSpPr>
          <p:cNvPr id="6" name="Slide Number Placeholder 5"/>
          <p:cNvSpPr>
            <a:spLocks noGrp="1"/>
          </p:cNvSpPr>
          <p:nvPr>
            <p:ph type="sldNum" sz="quarter" idx="12"/>
          </p:nvPr>
        </p:nvSpPr>
        <p:spPr/>
        <p:txBody>
          <a:bodyPr/>
          <a:lstStyle/>
          <a:p>
            <a:fld id="{9A2B8034-3882-49C1-8F2F-FBFE419CDFCD}" type="slidenum">
              <a:rPr lang="en-RW" smtClean="0"/>
              <a:t>‹#›</a:t>
            </a:fld>
            <a:endParaRPr lang="en-RW"/>
          </a:p>
        </p:txBody>
      </p:sp>
    </p:spTree>
    <p:extLst>
      <p:ext uri="{BB962C8B-B14F-4D97-AF65-F5344CB8AC3E}">
        <p14:creationId xmlns:p14="http://schemas.microsoft.com/office/powerpoint/2010/main" val="3180726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30D69-C487-42C4-8339-9CC20ECCE514}" type="datetimeFigureOut">
              <a:rPr lang="en-RW" smtClean="0"/>
              <a:t>20/12/2025</a:t>
            </a:fld>
            <a:endParaRPr lang="en-RW"/>
          </a:p>
        </p:txBody>
      </p:sp>
      <p:sp>
        <p:nvSpPr>
          <p:cNvPr id="6" name="Footer Placeholder 5"/>
          <p:cNvSpPr>
            <a:spLocks noGrp="1"/>
          </p:cNvSpPr>
          <p:nvPr>
            <p:ph type="ftr" sz="quarter" idx="11"/>
          </p:nvPr>
        </p:nvSpPr>
        <p:spPr/>
        <p:txBody>
          <a:bodyPr/>
          <a:lstStyle/>
          <a:p>
            <a:endParaRPr lang="en-RW"/>
          </a:p>
        </p:txBody>
      </p:sp>
      <p:sp>
        <p:nvSpPr>
          <p:cNvPr id="7" name="Slide Number Placeholder 6"/>
          <p:cNvSpPr>
            <a:spLocks noGrp="1"/>
          </p:cNvSpPr>
          <p:nvPr>
            <p:ph type="sldNum" sz="quarter" idx="12"/>
          </p:nvPr>
        </p:nvSpPr>
        <p:spPr/>
        <p:txBody>
          <a:bodyPr/>
          <a:lstStyle/>
          <a:p>
            <a:fld id="{9A2B8034-3882-49C1-8F2F-FBFE419CDFCD}" type="slidenum">
              <a:rPr lang="en-RW" smtClean="0"/>
              <a:t>‹#›</a:t>
            </a:fld>
            <a:endParaRPr lang="en-RW"/>
          </a:p>
        </p:txBody>
      </p:sp>
    </p:spTree>
    <p:extLst>
      <p:ext uri="{BB962C8B-B14F-4D97-AF65-F5344CB8AC3E}">
        <p14:creationId xmlns:p14="http://schemas.microsoft.com/office/powerpoint/2010/main" val="260752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A30D69-C487-42C4-8339-9CC20ECCE514}" type="datetimeFigureOut">
              <a:rPr lang="en-RW" smtClean="0"/>
              <a:t>20/12/2025</a:t>
            </a:fld>
            <a:endParaRPr lang="en-RW"/>
          </a:p>
        </p:txBody>
      </p:sp>
      <p:sp>
        <p:nvSpPr>
          <p:cNvPr id="8" name="Footer Placeholder 7"/>
          <p:cNvSpPr>
            <a:spLocks noGrp="1"/>
          </p:cNvSpPr>
          <p:nvPr>
            <p:ph type="ftr" sz="quarter" idx="11"/>
          </p:nvPr>
        </p:nvSpPr>
        <p:spPr/>
        <p:txBody>
          <a:bodyPr/>
          <a:lstStyle/>
          <a:p>
            <a:endParaRPr lang="en-RW"/>
          </a:p>
        </p:txBody>
      </p:sp>
      <p:sp>
        <p:nvSpPr>
          <p:cNvPr id="9" name="Slide Number Placeholder 8"/>
          <p:cNvSpPr>
            <a:spLocks noGrp="1"/>
          </p:cNvSpPr>
          <p:nvPr>
            <p:ph type="sldNum" sz="quarter" idx="12"/>
          </p:nvPr>
        </p:nvSpPr>
        <p:spPr/>
        <p:txBody>
          <a:bodyPr/>
          <a:lstStyle/>
          <a:p>
            <a:fld id="{9A2B8034-3882-49C1-8F2F-FBFE419CDFCD}" type="slidenum">
              <a:rPr lang="en-RW" smtClean="0"/>
              <a:t>‹#›</a:t>
            </a:fld>
            <a:endParaRPr lang="en-RW"/>
          </a:p>
        </p:txBody>
      </p:sp>
    </p:spTree>
    <p:extLst>
      <p:ext uri="{BB962C8B-B14F-4D97-AF65-F5344CB8AC3E}">
        <p14:creationId xmlns:p14="http://schemas.microsoft.com/office/powerpoint/2010/main" val="1034537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9A30D69-C487-42C4-8339-9CC20ECCE514}" type="datetimeFigureOut">
              <a:rPr lang="en-RW" smtClean="0"/>
              <a:t>20/12/2025</a:t>
            </a:fld>
            <a:endParaRPr lang="en-RW"/>
          </a:p>
        </p:txBody>
      </p:sp>
      <p:sp>
        <p:nvSpPr>
          <p:cNvPr id="5" name="Footer Placeholder 3"/>
          <p:cNvSpPr>
            <a:spLocks noGrp="1"/>
          </p:cNvSpPr>
          <p:nvPr>
            <p:ph type="ftr" sz="quarter" idx="11"/>
          </p:nvPr>
        </p:nvSpPr>
        <p:spPr/>
        <p:txBody>
          <a:bodyPr/>
          <a:lstStyle/>
          <a:p>
            <a:endParaRPr lang="en-RW"/>
          </a:p>
        </p:txBody>
      </p:sp>
      <p:sp>
        <p:nvSpPr>
          <p:cNvPr id="6" name="Slide Number Placeholder 4"/>
          <p:cNvSpPr>
            <a:spLocks noGrp="1"/>
          </p:cNvSpPr>
          <p:nvPr>
            <p:ph type="sldNum" sz="quarter" idx="12"/>
          </p:nvPr>
        </p:nvSpPr>
        <p:spPr/>
        <p:txBody>
          <a:bodyPr/>
          <a:lstStyle/>
          <a:p>
            <a:fld id="{9A2B8034-3882-49C1-8F2F-FBFE419CDFCD}" type="slidenum">
              <a:rPr lang="en-RW" smtClean="0"/>
              <a:t>‹#›</a:t>
            </a:fld>
            <a:endParaRPr lang="en-RW"/>
          </a:p>
        </p:txBody>
      </p:sp>
    </p:spTree>
    <p:extLst>
      <p:ext uri="{BB962C8B-B14F-4D97-AF65-F5344CB8AC3E}">
        <p14:creationId xmlns:p14="http://schemas.microsoft.com/office/powerpoint/2010/main" val="801787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9A30D69-C487-42C4-8339-9CC20ECCE514}" type="datetimeFigureOut">
              <a:rPr lang="en-RW" smtClean="0"/>
              <a:t>20/12/2025</a:t>
            </a:fld>
            <a:endParaRPr lang="en-RW"/>
          </a:p>
        </p:txBody>
      </p:sp>
      <p:sp>
        <p:nvSpPr>
          <p:cNvPr id="5" name="Footer Placeholder 2"/>
          <p:cNvSpPr>
            <a:spLocks noGrp="1"/>
          </p:cNvSpPr>
          <p:nvPr>
            <p:ph type="ftr" sz="quarter" idx="11"/>
          </p:nvPr>
        </p:nvSpPr>
        <p:spPr/>
        <p:txBody>
          <a:bodyPr/>
          <a:lstStyle/>
          <a:p>
            <a:endParaRPr lang="en-RW"/>
          </a:p>
        </p:txBody>
      </p:sp>
      <p:sp>
        <p:nvSpPr>
          <p:cNvPr id="6" name="Slide Number Placeholder 3"/>
          <p:cNvSpPr>
            <a:spLocks noGrp="1"/>
          </p:cNvSpPr>
          <p:nvPr>
            <p:ph type="sldNum" sz="quarter" idx="12"/>
          </p:nvPr>
        </p:nvSpPr>
        <p:spPr/>
        <p:txBody>
          <a:bodyPr/>
          <a:lstStyle/>
          <a:p>
            <a:fld id="{9A2B8034-3882-49C1-8F2F-FBFE419CDFCD}" type="slidenum">
              <a:rPr lang="en-RW" smtClean="0"/>
              <a:t>‹#›</a:t>
            </a:fld>
            <a:endParaRPr lang="en-RW"/>
          </a:p>
        </p:txBody>
      </p:sp>
    </p:spTree>
    <p:extLst>
      <p:ext uri="{BB962C8B-B14F-4D97-AF65-F5344CB8AC3E}">
        <p14:creationId xmlns:p14="http://schemas.microsoft.com/office/powerpoint/2010/main" val="755928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9A30D69-C487-42C4-8339-9CC20ECCE514}" type="datetimeFigureOut">
              <a:rPr lang="en-RW" smtClean="0"/>
              <a:t>20/12/2025</a:t>
            </a:fld>
            <a:endParaRPr lang="en-RW"/>
          </a:p>
        </p:txBody>
      </p:sp>
      <p:sp>
        <p:nvSpPr>
          <p:cNvPr id="5" name="Footer Placeholder 5"/>
          <p:cNvSpPr>
            <a:spLocks noGrp="1"/>
          </p:cNvSpPr>
          <p:nvPr>
            <p:ph type="ftr" sz="quarter" idx="11"/>
          </p:nvPr>
        </p:nvSpPr>
        <p:spPr/>
        <p:txBody>
          <a:bodyPr/>
          <a:lstStyle/>
          <a:p>
            <a:endParaRPr lang="en-RW"/>
          </a:p>
        </p:txBody>
      </p:sp>
      <p:sp>
        <p:nvSpPr>
          <p:cNvPr id="6" name="Slide Number Placeholder 6"/>
          <p:cNvSpPr>
            <a:spLocks noGrp="1"/>
          </p:cNvSpPr>
          <p:nvPr>
            <p:ph type="sldNum" sz="quarter" idx="12"/>
          </p:nvPr>
        </p:nvSpPr>
        <p:spPr/>
        <p:txBody>
          <a:bodyPr/>
          <a:lstStyle/>
          <a:p>
            <a:fld id="{9A2B8034-3882-49C1-8F2F-FBFE419CDFCD}" type="slidenum">
              <a:rPr lang="en-RW" smtClean="0"/>
              <a:t>‹#›</a:t>
            </a:fld>
            <a:endParaRPr lang="en-RW"/>
          </a:p>
        </p:txBody>
      </p:sp>
    </p:spTree>
    <p:extLst>
      <p:ext uri="{BB962C8B-B14F-4D97-AF65-F5344CB8AC3E}">
        <p14:creationId xmlns:p14="http://schemas.microsoft.com/office/powerpoint/2010/main" val="1391216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A30D69-C487-42C4-8339-9CC20ECCE514}" type="datetimeFigureOut">
              <a:rPr lang="en-RW" smtClean="0"/>
              <a:t>20/12/2025</a:t>
            </a:fld>
            <a:endParaRPr lang="en-RW"/>
          </a:p>
        </p:txBody>
      </p:sp>
      <p:sp>
        <p:nvSpPr>
          <p:cNvPr id="6" name="Footer Placeholder 5"/>
          <p:cNvSpPr>
            <a:spLocks noGrp="1"/>
          </p:cNvSpPr>
          <p:nvPr>
            <p:ph type="ftr" sz="quarter" idx="11"/>
          </p:nvPr>
        </p:nvSpPr>
        <p:spPr/>
        <p:txBody>
          <a:bodyPr/>
          <a:lstStyle/>
          <a:p>
            <a:endParaRPr lang="en-RW"/>
          </a:p>
        </p:txBody>
      </p:sp>
      <p:sp>
        <p:nvSpPr>
          <p:cNvPr id="7" name="Slide Number Placeholder 6"/>
          <p:cNvSpPr>
            <a:spLocks noGrp="1"/>
          </p:cNvSpPr>
          <p:nvPr>
            <p:ph type="sldNum" sz="quarter" idx="12"/>
          </p:nvPr>
        </p:nvSpPr>
        <p:spPr/>
        <p:txBody>
          <a:bodyPr/>
          <a:lstStyle/>
          <a:p>
            <a:fld id="{9A2B8034-3882-49C1-8F2F-FBFE419CDFCD}" type="slidenum">
              <a:rPr lang="en-RW" smtClean="0"/>
              <a:t>‹#›</a:t>
            </a:fld>
            <a:endParaRPr lang="en-RW"/>
          </a:p>
        </p:txBody>
      </p:sp>
    </p:spTree>
    <p:extLst>
      <p:ext uri="{BB962C8B-B14F-4D97-AF65-F5344CB8AC3E}">
        <p14:creationId xmlns:p14="http://schemas.microsoft.com/office/powerpoint/2010/main" val="261024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A30D69-C487-42C4-8339-9CC20ECCE514}" type="datetimeFigureOut">
              <a:rPr lang="en-RW" smtClean="0"/>
              <a:t>20/12/2025</a:t>
            </a:fld>
            <a:endParaRPr lang="en-RW"/>
          </a:p>
        </p:txBody>
      </p:sp>
      <p:sp>
        <p:nvSpPr>
          <p:cNvPr id="6" name="Footer Placeholder 5"/>
          <p:cNvSpPr>
            <a:spLocks noGrp="1"/>
          </p:cNvSpPr>
          <p:nvPr>
            <p:ph type="ftr" sz="quarter" idx="11"/>
          </p:nvPr>
        </p:nvSpPr>
        <p:spPr/>
        <p:txBody>
          <a:bodyPr/>
          <a:lstStyle/>
          <a:p>
            <a:endParaRPr lang="en-RW"/>
          </a:p>
        </p:txBody>
      </p:sp>
      <p:sp>
        <p:nvSpPr>
          <p:cNvPr id="7" name="Slide Number Placeholder 6"/>
          <p:cNvSpPr>
            <a:spLocks noGrp="1"/>
          </p:cNvSpPr>
          <p:nvPr>
            <p:ph type="sldNum" sz="quarter" idx="12"/>
          </p:nvPr>
        </p:nvSpPr>
        <p:spPr/>
        <p:txBody>
          <a:bodyPr/>
          <a:lstStyle/>
          <a:p>
            <a:fld id="{9A2B8034-3882-49C1-8F2F-FBFE419CDFCD}" type="slidenum">
              <a:rPr lang="en-RW" smtClean="0"/>
              <a:t>‹#›</a:t>
            </a:fld>
            <a:endParaRPr lang="en-RW"/>
          </a:p>
        </p:txBody>
      </p:sp>
    </p:spTree>
    <p:extLst>
      <p:ext uri="{BB962C8B-B14F-4D97-AF65-F5344CB8AC3E}">
        <p14:creationId xmlns:p14="http://schemas.microsoft.com/office/powerpoint/2010/main" val="2782047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9A30D69-C487-42C4-8339-9CC20ECCE514}" type="datetimeFigureOut">
              <a:rPr lang="en-RW" smtClean="0"/>
              <a:t>20/12/2025</a:t>
            </a:fld>
            <a:endParaRPr lang="en-RW"/>
          </a:p>
        </p:txBody>
      </p:sp>
      <p:sp>
        <p:nvSpPr>
          <p:cNvPr id="5" name="Footer Placeholder 4"/>
          <p:cNvSpPr>
            <a:spLocks noGrp="1"/>
          </p:cNvSpPr>
          <p:nvPr>
            <p:ph type="ftr" sz="quarter" idx="11"/>
          </p:nvPr>
        </p:nvSpPr>
        <p:spPr/>
        <p:txBody>
          <a:bodyPr/>
          <a:lstStyle/>
          <a:p>
            <a:endParaRPr lang="en-RW"/>
          </a:p>
        </p:txBody>
      </p:sp>
      <p:sp>
        <p:nvSpPr>
          <p:cNvPr id="6" name="Slide Number Placeholder 5"/>
          <p:cNvSpPr>
            <a:spLocks noGrp="1"/>
          </p:cNvSpPr>
          <p:nvPr>
            <p:ph type="sldNum" sz="quarter" idx="12"/>
          </p:nvPr>
        </p:nvSpPr>
        <p:spPr/>
        <p:txBody>
          <a:bodyPr/>
          <a:lstStyle/>
          <a:p>
            <a:fld id="{9A2B8034-3882-49C1-8F2F-FBFE419CDFCD}" type="slidenum">
              <a:rPr lang="en-RW" smtClean="0"/>
              <a:t>‹#›</a:t>
            </a:fld>
            <a:endParaRPr lang="en-RW"/>
          </a:p>
        </p:txBody>
      </p:sp>
    </p:spTree>
    <p:extLst>
      <p:ext uri="{BB962C8B-B14F-4D97-AF65-F5344CB8AC3E}">
        <p14:creationId xmlns:p14="http://schemas.microsoft.com/office/powerpoint/2010/main" val="4151981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9A30D69-C487-42C4-8339-9CC20ECCE514}" type="datetimeFigureOut">
              <a:rPr lang="en-RW" smtClean="0"/>
              <a:t>20/12/2025</a:t>
            </a:fld>
            <a:endParaRPr lang="en-RW"/>
          </a:p>
        </p:txBody>
      </p:sp>
      <p:sp>
        <p:nvSpPr>
          <p:cNvPr id="5" name="Footer Placeholder 4"/>
          <p:cNvSpPr>
            <a:spLocks noGrp="1"/>
          </p:cNvSpPr>
          <p:nvPr>
            <p:ph type="ftr" sz="quarter" idx="11"/>
          </p:nvPr>
        </p:nvSpPr>
        <p:spPr/>
        <p:txBody>
          <a:bodyPr/>
          <a:lstStyle/>
          <a:p>
            <a:endParaRPr lang="en-RW"/>
          </a:p>
        </p:txBody>
      </p:sp>
      <p:sp>
        <p:nvSpPr>
          <p:cNvPr id="6" name="Slide Number Placeholder 5"/>
          <p:cNvSpPr>
            <a:spLocks noGrp="1"/>
          </p:cNvSpPr>
          <p:nvPr>
            <p:ph type="sldNum" sz="quarter" idx="12"/>
          </p:nvPr>
        </p:nvSpPr>
        <p:spPr/>
        <p:txBody>
          <a:bodyPr/>
          <a:lstStyle/>
          <a:p>
            <a:fld id="{9A2B8034-3882-49C1-8F2F-FBFE419CDFCD}" type="slidenum">
              <a:rPr lang="en-RW" smtClean="0"/>
              <a:t>‹#›</a:t>
            </a:fld>
            <a:endParaRPr lang="en-RW"/>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3340656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A30D69-C487-42C4-8339-9CC20ECCE514}" type="datetimeFigureOut">
              <a:rPr lang="en-RW" smtClean="0"/>
              <a:t>20/12/2025</a:t>
            </a:fld>
            <a:endParaRPr lang="en-RW"/>
          </a:p>
        </p:txBody>
      </p:sp>
      <p:sp>
        <p:nvSpPr>
          <p:cNvPr id="5" name="Footer Placeholder 4"/>
          <p:cNvSpPr>
            <a:spLocks noGrp="1"/>
          </p:cNvSpPr>
          <p:nvPr>
            <p:ph type="ftr" sz="quarter" idx="11"/>
          </p:nvPr>
        </p:nvSpPr>
        <p:spPr/>
        <p:txBody>
          <a:bodyPr/>
          <a:lstStyle/>
          <a:p>
            <a:endParaRPr lang="en-RW"/>
          </a:p>
        </p:txBody>
      </p:sp>
      <p:sp>
        <p:nvSpPr>
          <p:cNvPr id="6" name="Slide Number Placeholder 5"/>
          <p:cNvSpPr>
            <a:spLocks noGrp="1"/>
          </p:cNvSpPr>
          <p:nvPr>
            <p:ph type="sldNum" sz="quarter" idx="12"/>
          </p:nvPr>
        </p:nvSpPr>
        <p:spPr/>
        <p:txBody>
          <a:bodyPr/>
          <a:lstStyle/>
          <a:p>
            <a:fld id="{9A2B8034-3882-49C1-8F2F-FBFE419CDFCD}" type="slidenum">
              <a:rPr lang="en-RW" smtClean="0"/>
              <a:t>‹#›</a:t>
            </a:fld>
            <a:endParaRPr lang="en-RW"/>
          </a:p>
        </p:txBody>
      </p:sp>
    </p:spTree>
    <p:extLst>
      <p:ext uri="{BB962C8B-B14F-4D97-AF65-F5344CB8AC3E}">
        <p14:creationId xmlns:p14="http://schemas.microsoft.com/office/powerpoint/2010/main" val="4826641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9A30D69-C487-42C4-8339-9CC20ECCE514}" type="datetimeFigureOut">
              <a:rPr lang="en-RW" smtClean="0"/>
              <a:t>20/12/2025</a:t>
            </a:fld>
            <a:endParaRPr lang="en-RW"/>
          </a:p>
        </p:txBody>
      </p:sp>
      <p:sp>
        <p:nvSpPr>
          <p:cNvPr id="4" name="Footer Placeholder 4"/>
          <p:cNvSpPr>
            <a:spLocks noGrp="1"/>
          </p:cNvSpPr>
          <p:nvPr>
            <p:ph type="ftr" sz="quarter" idx="11"/>
          </p:nvPr>
        </p:nvSpPr>
        <p:spPr/>
        <p:txBody>
          <a:bodyPr/>
          <a:lstStyle/>
          <a:p>
            <a:endParaRPr lang="en-RW"/>
          </a:p>
        </p:txBody>
      </p:sp>
      <p:sp>
        <p:nvSpPr>
          <p:cNvPr id="6" name="Slide Number Placeholder 5"/>
          <p:cNvSpPr>
            <a:spLocks noGrp="1"/>
          </p:cNvSpPr>
          <p:nvPr>
            <p:ph type="sldNum" sz="quarter" idx="12"/>
          </p:nvPr>
        </p:nvSpPr>
        <p:spPr/>
        <p:txBody>
          <a:bodyPr/>
          <a:lstStyle/>
          <a:p>
            <a:fld id="{9A2B8034-3882-49C1-8F2F-FBFE419CDFCD}" type="slidenum">
              <a:rPr lang="en-RW" smtClean="0"/>
              <a:t>‹#›</a:t>
            </a:fld>
            <a:endParaRPr lang="en-RW"/>
          </a:p>
        </p:txBody>
      </p:sp>
    </p:spTree>
    <p:extLst>
      <p:ext uri="{BB962C8B-B14F-4D97-AF65-F5344CB8AC3E}">
        <p14:creationId xmlns:p14="http://schemas.microsoft.com/office/powerpoint/2010/main" val="35771688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9A30D69-C487-42C4-8339-9CC20ECCE514}" type="datetimeFigureOut">
              <a:rPr lang="en-RW" smtClean="0"/>
              <a:t>20/12/2025</a:t>
            </a:fld>
            <a:endParaRPr lang="en-RW"/>
          </a:p>
        </p:txBody>
      </p:sp>
      <p:sp>
        <p:nvSpPr>
          <p:cNvPr id="4" name="Footer Placeholder 4"/>
          <p:cNvSpPr>
            <a:spLocks noGrp="1"/>
          </p:cNvSpPr>
          <p:nvPr>
            <p:ph type="ftr" sz="quarter" idx="11"/>
          </p:nvPr>
        </p:nvSpPr>
        <p:spPr/>
        <p:txBody>
          <a:bodyPr/>
          <a:lstStyle/>
          <a:p>
            <a:endParaRPr lang="en-RW"/>
          </a:p>
        </p:txBody>
      </p:sp>
      <p:sp>
        <p:nvSpPr>
          <p:cNvPr id="6" name="Slide Number Placeholder 5"/>
          <p:cNvSpPr>
            <a:spLocks noGrp="1"/>
          </p:cNvSpPr>
          <p:nvPr>
            <p:ph type="sldNum" sz="quarter" idx="12"/>
          </p:nvPr>
        </p:nvSpPr>
        <p:spPr/>
        <p:txBody>
          <a:bodyPr/>
          <a:lstStyle/>
          <a:p>
            <a:fld id="{9A2B8034-3882-49C1-8F2F-FBFE419CDFCD}" type="slidenum">
              <a:rPr lang="en-RW" smtClean="0"/>
              <a:t>‹#›</a:t>
            </a:fld>
            <a:endParaRPr lang="en-RW"/>
          </a:p>
        </p:txBody>
      </p:sp>
    </p:spTree>
    <p:extLst>
      <p:ext uri="{BB962C8B-B14F-4D97-AF65-F5344CB8AC3E}">
        <p14:creationId xmlns:p14="http://schemas.microsoft.com/office/powerpoint/2010/main" val="1105638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A30D69-C487-42C4-8339-9CC20ECCE514}" type="datetimeFigureOut">
              <a:rPr lang="en-RW" smtClean="0"/>
              <a:t>20/12/2025</a:t>
            </a:fld>
            <a:endParaRPr lang="en-RW"/>
          </a:p>
        </p:txBody>
      </p:sp>
      <p:sp>
        <p:nvSpPr>
          <p:cNvPr id="5" name="Footer Placeholder 4"/>
          <p:cNvSpPr>
            <a:spLocks noGrp="1"/>
          </p:cNvSpPr>
          <p:nvPr>
            <p:ph type="ftr" sz="quarter" idx="11"/>
          </p:nvPr>
        </p:nvSpPr>
        <p:spPr/>
        <p:txBody>
          <a:bodyPr/>
          <a:lstStyle/>
          <a:p>
            <a:endParaRPr lang="en-RW"/>
          </a:p>
        </p:txBody>
      </p:sp>
      <p:sp>
        <p:nvSpPr>
          <p:cNvPr id="6" name="Slide Number Placeholder 5"/>
          <p:cNvSpPr>
            <a:spLocks noGrp="1"/>
          </p:cNvSpPr>
          <p:nvPr>
            <p:ph type="sldNum" sz="quarter" idx="12"/>
          </p:nvPr>
        </p:nvSpPr>
        <p:spPr/>
        <p:txBody>
          <a:bodyPr/>
          <a:lstStyle/>
          <a:p>
            <a:fld id="{9A2B8034-3882-49C1-8F2F-FBFE419CDFCD}" type="slidenum">
              <a:rPr lang="en-RW" smtClean="0"/>
              <a:t>‹#›</a:t>
            </a:fld>
            <a:endParaRPr lang="en-RW"/>
          </a:p>
        </p:txBody>
      </p:sp>
    </p:spTree>
    <p:extLst>
      <p:ext uri="{BB962C8B-B14F-4D97-AF65-F5344CB8AC3E}">
        <p14:creationId xmlns:p14="http://schemas.microsoft.com/office/powerpoint/2010/main" val="35213093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A30D69-C487-42C4-8339-9CC20ECCE514}" type="datetimeFigureOut">
              <a:rPr lang="en-RW" smtClean="0"/>
              <a:t>20/12/2025</a:t>
            </a:fld>
            <a:endParaRPr lang="en-RW"/>
          </a:p>
        </p:txBody>
      </p:sp>
      <p:sp>
        <p:nvSpPr>
          <p:cNvPr id="5" name="Footer Placeholder 4"/>
          <p:cNvSpPr>
            <a:spLocks noGrp="1"/>
          </p:cNvSpPr>
          <p:nvPr>
            <p:ph type="ftr" sz="quarter" idx="11"/>
          </p:nvPr>
        </p:nvSpPr>
        <p:spPr/>
        <p:txBody>
          <a:bodyPr/>
          <a:lstStyle/>
          <a:p>
            <a:endParaRPr lang="en-RW"/>
          </a:p>
        </p:txBody>
      </p:sp>
      <p:sp>
        <p:nvSpPr>
          <p:cNvPr id="6" name="Slide Number Placeholder 5"/>
          <p:cNvSpPr>
            <a:spLocks noGrp="1"/>
          </p:cNvSpPr>
          <p:nvPr>
            <p:ph type="sldNum" sz="quarter" idx="12"/>
          </p:nvPr>
        </p:nvSpPr>
        <p:spPr/>
        <p:txBody>
          <a:bodyPr/>
          <a:lstStyle/>
          <a:p>
            <a:fld id="{9A2B8034-3882-49C1-8F2F-FBFE419CDFCD}" type="slidenum">
              <a:rPr lang="en-RW" smtClean="0"/>
              <a:t>‹#›</a:t>
            </a:fld>
            <a:endParaRPr lang="en-RW"/>
          </a:p>
        </p:txBody>
      </p:sp>
    </p:spTree>
    <p:extLst>
      <p:ext uri="{BB962C8B-B14F-4D97-AF65-F5344CB8AC3E}">
        <p14:creationId xmlns:p14="http://schemas.microsoft.com/office/powerpoint/2010/main" val="2939993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9A30D69-C487-42C4-8339-9CC20ECCE514}" type="datetimeFigureOut">
              <a:rPr lang="en-RW" smtClean="0"/>
              <a:t>20/12/2025</a:t>
            </a:fld>
            <a:endParaRPr lang="en-RW"/>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RW"/>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A2B8034-3882-49C1-8F2F-FBFE419CDFCD}" type="slidenum">
              <a:rPr lang="en-RW" smtClean="0"/>
              <a:t>‹#›</a:t>
            </a:fld>
            <a:endParaRPr lang="en-RW"/>
          </a:p>
        </p:txBody>
      </p:sp>
    </p:spTree>
    <p:extLst>
      <p:ext uri="{BB962C8B-B14F-4D97-AF65-F5344CB8AC3E}">
        <p14:creationId xmlns:p14="http://schemas.microsoft.com/office/powerpoint/2010/main" val="148459762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6D3C3-5296-A29E-8FCE-0304ACED7906}"/>
              </a:ext>
            </a:extLst>
          </p:cNvPr>
          <p:cNvSpPr>
            <a:spLocks noGrp="1"/>
          </p:cNvSpPr>
          <p:nvPr>
            <p:ph type="ctrTitle"/>
          </p:nvPr>
        </p:nvSpPr>
        <p:spPr>
          <a:xfrm>
            <a:off x="1524000" y="1214439"/>
            <a:ext cx="9144000" cy="871216"/>
          </a:xfrm>
        </p:spPr>
        <p:txBody>
          <a:bodyPr>
            <a:normAutofit fontScale="90000"/>
          </a:bodyPr>
          <a:lstStyle/>
          <a:p>
            <a:pPr algn="l"/>
            <a:r>
              <a:rPr lang="en-US" sz="4000" b="1" dirty="0"/>
              <a:t>SHIMWA HOPE </a:t>
            </a:r>
            <a:br>
              <a:rPr lang="en-US" sz="4000" b="1" dirty="0"/>
            </a:br>
            <a:r>
              <a:rPr lang="en-US" sz="4000" b="1" dirty="0"/>
              <a:t>28784</a:t>
            </a:r>
            <a:br>
              <a:rPr lang="en-RW" dirty="0"/>
            </a:br>
            <a:endParaRPr lang="en-RW" dirty="0"/>
          </a:p>
        </p:txBody>
      </p:sp>
      <p:sp>
        <p:nvSpPr>
          <p:cNvPr id="3" name="Subtitle 2">
            <a:extLst>
              <a:ext uri="{FF2B5EF4-FFF2-40B4-BE49-F238E27FC236}">
                <a16:creationId xmlns:a16="http://schemas.microsoft.com/office/drawing/2014/main" id="{F7955CFC-6805-AEF3-E43B-B6A673DFD603}"/>
              </a:ext>
            </a:extLst>
          </p:cNvPr>
          <p:cNvSpPr>
            <a:spLocks noGrp="1"/>
          </p:cNvSpPr>
          <p:nvPr>
            <p:ph type="subTitle" idx="1"/>
          </p:nvPr>
        </p:nvSpPr>
        <p:spPr>
          <a:xfrm>
            <a:off x="1524000" y="2609636"/>
            <a:ext cx="9144000" cy="2162710"/>
          </a:xfrm>
        </p:spPr>
        <p:txBody>
          <a:bodyPr>
            <a:normAutofit lnSpcReduction="10000"/>
          </a:bodyPr>
          <a:lstStyle/>
          <a:p>
            <a:r>
              <a:rPr lang="en-US" sz="4000" b="1" dirty="0"/>
              <a:t>PROJECT:</a:t>
            </a:r>
            <a:r>
              <a:rPr lang="en-RW" sz="4000" b="1" dirty="0"/>
              <a:t>USING QR CODES VERIFICATION FOR SMART BUILDING ENTRY LOGGING </a:t>
            </a:r>
            <a:br>
              <a:rPr lang="en-RW" dirty="0"/>
            </a:br>
            <a:endParaRPr lang="en-RW"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743220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57EDB-A893-586F-1C09-26E42D66B25F}"/>
              </a:ext>
            </a:extLst>
          </p:cNvPr>
          <p:cNvSpPr>
            <a:spLocks noGrp="1"/>
          </p:cNvSpPr>
          <p:nvPr>
            <p:ph type="title"/>
          </p:nvPr>
        </p:nvSpPr>
        <p:spPr/>
        <p:txBody>
          <a:bodyPr/>
          <a:lstStyle/>
          <a:p>
            <a:r>
              <a:rPr lang="en-US" dirty="0"/>
              <a:t>PROBLEM DEFINITION:</a:t>
            </a:r>
            <a:endParaRPr lang="en-RW" dirty="0"/>
          </a:p>
        </p:txBody>
      </p:sp>
      <p:sp>
        <p:nvSpPr>
          <p:cNvPr id="3" name="Content Placeholder 2">
            <a:extLst>
              <a:ext uri="{FF2B5EF4-FFF2-40B4-BE49-F238E27FC236}">
                <a16:creationId xmlns:a16="http://schemas.microsoft.com/office/drawing/2014/main" id="{5696C8FF-B421-E93E-2548-1667274B136C}"/>
              </a:ext>
            </a:extLst>
          </p:cNvPr>
          <p:cNvSpPr>
            <a:spLocks noGrp="1"/>
          </p:cNvSpPr>
          <p:nvPr>
            <p:ph idx="1"/>
          </p:nvPr>
        </p:nvSpPr>
        <p:spPr/>
        <p:txBody>
          <a:bodyPr/>
          <a:lstStyle/>
          <a:p>
            <a:pPr marL="0" indent="0">
              <a:buNone/>
            </a:pPr>
            <a:r>
              <a:rPr lang="en-RW" b="1" dirty="0"/>
              <a:t>Security and controlled access are major concerns in modern and traditional  buildings at large. It is very essential in security to know who entered and exited in office complex, resident apartments, schools, libraries, hotels ,research </a:t>
            </a:r>
            <a:r>
              <a:rPr lang="en-RW" b="1" dirty="0" err="1"/>
              <a:t>centers</a:t>
            </a:r>
            <a:r>
              <a:rPr lang="en-RW" b="1" dirty="0"/>
              <a:t> etc... ,the traditional ways  like the use of keys, basic id cards check, passwords and manual sign-in sheets or papers are slow and vulnerable to unauthorized entry. In many cases you can not know who entered the building, when they entered or how long they stayed in. This makes investigations difficult in case of theft or any other security breaches. </a:t>
            </a:r>
            <a:endParaRPr lang="en-RW" dirty="0"/>
          </a:p>
          <a:p>
            <a:endParaRPr lang="en-RW" dirty="0"/>
          </a:p>
        </p:txBody>
      </p:sp>
    </p:spTree>
    <p:extLst>
      <p:ext uri="{BB962C8B-B14F-4D97-AF65-F5344CB8AC3E}">
        <p14:creationId xmlns:p14="http://schemas.microsoft.com/office/powerpoint/2010/main" val="3408806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2685B-C246-D8E0-2A10-07BCB3C0CF7E}"/>
              </a:ext>
            </a:extLst>
          </p:cNvPr>
          <p:cNvSpPr>
            <a:spLocks noGrp="1"/>
          </p:cNvSpPr>
          <p:nvPr>
            <p:ph type="title"/>
          </p:nvPr>
        </p:nvSpPr>
        <p:spPr/>
        <p:txBody>
          <a:bodyPr/>
          <a:lstStyle/>
          <a:p>
            <a:r>
              <a:rPr lang="en-US" dirty="0"/>
              <a:t>PROBLEM DEFINITION:</a:t>
            </a:r>
            <a:endParaRPr lang="en-RW" dirty="0"/>
          </a:p>
        </p:txBody>
      </p:sp>
      <p:sp>
        <p:nvSpPr>
          <p:cNvPr id="3" name="Content Placeholder 2">
            <a:extLst>
              <a:ext uri="{FF2B5EF4-FFF2-40B4-BE49-F238E27FC236}">
                <a16:creationId xmlns:a16="http://schemas.microsoft.com/office/drawing/2014/main" id="{C60A9B3C-58B9-CE1E-CF92-7D281F290393}"/>
              </a:ext>
            </a:extLst>
          </p:cNvPr>
          <p:cNvSpPr>
            <a:spLocks noGrp="1"/>
          </p:cNvSpPr>
          <p:nvPr>
            <p:ph idx="1"/>
          </p:nvPr>
        </p:nvSpPr>
        <p:spPr/>
        <p:txBody>
          <a:bodyPr>
            <a:normAutofit/>
          </a:bodyPr>
          <a:lstStyle/>
          <a:p>
            <a:pPr marL="0" indent="0">
              <a:buNone/>
            </a:pPr>
            <a:r>
              <a:rPr lang="en-RW" b="1" dirty="0"/>
              <a:t>Most building still uses outdated ways such manual log books and visual inspection of cards. These methods are faced with problems such as:</a:t>
            </a:r>
            <a:endParaRPr lang="en-RW" dirty="0"/>
          </a:p>
          <a:p>
            <a:pPr marL="0" indent="0">
              <a:buNone/>
            </a:pPr>
            <a:r>
              <a:rPr lang="en-US" b="1" dirty="0"/>
              <a:t>       </a:t>
            </a:r>
            <a:r>
              <a:rPr lang="en-RW" b="1" dirty="0"/>
              <a:t>Time consummation</a:t>
            </a:r>
            <a:endParaRPr lang="en-RW" dirty="0"/>
          </a:p>
          <a:p>
            <a:pPr marL="0" indent="0">
              <a:buNone/>
            </a:pPr>
            <a:r>
              <a:rPr lang="en-US" b="1" dirty="0"/>
              <a:t>       </a:t>
            </a:r>
            <a:r>
              <a:rPr lang="en-RW" b="1" dirty="0"/>
              <a:t>Easy to forge and manipulates</a:t>
            </a:r>
            <a:endParaRPr lang="en-RW" dirty="0"/>
          </a:p>
          <a:p>
            <a:pPr marL="0" indent="0">
              <a:buNone/>
            </a:pPr>
            <a:r>
              <a:rPr lang="en-US" b="1" dirty="0"/>
              <a:t>       </a:t>
            </a:r>
            <a:r>
              <a:rPr lang="en-RW" b="1" dirty="0"/>
              <a:t>Difficult store and analyse </a:t>
            </a:r>
            <a:endParaRPr lang="en-RW" dirty="0"/>
          </a:p>
          <a:p>
            <a:pPr marL="0" indent="0">
              <a:buNone/>
            </a:pPr>
            <a:r>
              <a:rPr lang="en-US" b="1" dirty="0"/>
              <a:t>       </a:t>
            </a:r>
            <a:r>
              <a:rPr lang="en-RW" b="1" dirty="0"/>
              <a:t>Unreliable for tracking who entered or exited</a:t>
            </a:r>
            <a:endParaRPr lang="en-RW" dirty="0"/>
          </a:p>
          <a:p>
            <a:pPr marL="0" indent="0">
              <a:buNone/>
            </a:pPr>
            <a:r>
              <a:rPr lang="en-RW" b="1" dirty="0"/>
              <a:t>This makes difficult to monitor building access and detect a person that is not authorised. It is the best way to get data logs quickly during investigation.</a:t>
            </a:r>
            <a:endParaRPr lang="en-RW" dirty="0"/>
          </a:p>
          <a:p>
            <a:endParaRPr lang="en-RW" dirty="0"/>
          </a:p>
        </p:txBody>
      </p:sp>
    </p:spTree>
    <p:extLst>
      <p:ext uri="{BB962C8B-B14F-4D97-AF65-F5344CB8AC3E}">
        <p14:creationId xmlns:p14="http://schemas.microsoft.com/office/powerpoint/2010/main" val="4279249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54E0B-A84E-6B96-B964-886F89E0299A}"/>
              </a:ext>
            </a:extLst>
          </p:cNvPr>
          <p:cNvSpPr>
            <a:spLocks noGrp="1"/>
          </p:cNvSpPr>
          <p:nvPr>
            <p:ph type="title"/>
          </p:nvPr>
        </p:nvSpPr>
        <p:spPr/>
        <p:txBody>
          <a:bodyPr/>
          <a:lstStyle/>
          <a:p>
            <a:r>
              <a:rPr lang="en-US" dirty="0"/>
              <a:t>CONTEXT</a:t>
            </a:r>
            <a:endParaRPr lang="en-RW" dirty="0"/>
          </a:p>
        </p:txBody>
      </p:sp>
      <p:sp>
        <p:nvSpPr>
          <p:cNvPr id="3" name="Content Placeholder 2">
            <a:extLst>
              <a:ext uri="{FF2B5EF4-FFF2-40B4-BE49-F238E27FC236}">
                <a16:creationId xmlns:a16="http://schemas.microsoft.com/office/drawing/2014/main" id="{37750CF4-09DC-7963-F955-7E9A2EBE62D4}"/>
              </a:ext>
            </a:extLst>
          </p:cNvPr>
          <p:cNvSpPr>
            <a:spLocks noGrp="1"/>
          </p:cNvSpPr>
          <p:nvPr>
            <p:ph idx="1"/>
          </p:nvPr>
        </p:nvSpPr>
        <p:spPr/>
        <p:txBody>
          <a:bodyPr>
            <a:normAutofit fontScale="85000" lnSpcReduction="20000"/>
          </a:bodyPr>
          <a:lstStyle/>
          <a:p>
            <a:pPr marL="0" indent="0">
              <a:buNone/>
            </a:pPr>
            <a:r>
              <a:rPr lang="en-RW" dirty="0"/>
              <a:t>The system introduces a digitally managed entry verification method using QR codes. Each building authorised people will be having a system generated </a:t>
            </a:r>
            <a:r>
              <a:rPr lang="en-RW" dirty="0" err="1"/>
              <a:t>qr</a:t>
            </a:r>
            <a:r>
              <a:rPr lang="en-RW" dirty="0"/>
              <a:t> code stored in database. When the user enters the building the user scan their QR code at the access gate and the system will perform the following steps:</a:t>
            </a:r>
          </a:p>
          <a:p>
            <a:pPr lvl="0"/>
            <a:r>
              <a:rPr lang="en-RW" dirty="0"/>
              <a:t>Read the QR code value</a:t>
            </a:r>
          </a:p>
          <a:p>
            <a:pPr lvl="0"/>
            <a:r>
              <a:rPr lang="en-RW" dirty="0"/>
              <a:t>Checks if the user exists and is active in the database.</a:t>
            </a:r>
          </a:p>
          <a:p>
            <a:pPr lvl="0"/>
            <a:r>
              <a:rPr lang="en-RW" dirty="0"/>
              <a:t>Logs the entry timestamp.</a:t>
            </a:r>
          </a:p>
          <a:p>
            <a:pPr lvl="0"/>
            <a:r>
              <a:rPr lang="en-RW" dirty="0"/>
              <a:t>When the user exist, the QR code is scanned again to log the exit timestamp.</a:t>
            </a:r>
          </a:p>
          <a:p>
            <a:pPr lvl="0"/>
            <a:r>
              <a:rPr lang="en-RW" dirty="0"/>
              <a:t>Security administrators can view reports of:</a:t>
            </a:r>
          </a:p>
          <a:p>
            <a:pPr marL="0" lvl="0" indent="0">
              <a:buNone/>
            </a:pPr>
            <a:r>
              <a:rPr lang="en-US" dirty="0"/>
              <a:t>      </a:t>
            </a:r>
            <a:r>
              <a:rPr lang="en-RW" dirty="0"/>
              <a:t>Who is currently in the building</a:t>
            </a:r>
          </a:p>
          <a:p>
            <a:pPr marL="0" lvl="0" indent="0">
              <a:buNone/>
            </a:pPr>
            <a:r>
              <a:rPr lang="en-US" dirty="0"/>
              <a:t>      </a:t>
            </a:r>
            <a:r>
              <a:rPr lang="en-RW" dirty="0"/>
              <a:t>Entry/Exit history</a:t>
            </a:r>
          </a:p>
          <a:p>
            <a:pPr marL="0" lvl="0" indent="0">
              <a:buNone/>
            </a:pPr>
            <a:r>
              <a:rPr lang="en-US" dirty="0"/>
              <a:t>      </a:t>
            </a:r>
            <a:r>
              <a:rPr lang="en-RW" dirty="0"/>
              <a:t>Unauthorised attempt alerts</a:t>
            </a:r>
          </a:p>
          <a:p>
            <a:pPr marL="0" indent="0">
              <a:buNone/>
            </a:pPr>
            <a:r>
              <a:rPr lang="en-US" dirty="0"/>
              <a:t>      </a:t>
            </a:r>
            <a:r>
              <a:rPr lang="en-RW" dirty="0"/>
              <a:t>This system increases data accuracy  through automatic record keeping</a:t>
            </a:r>
          </a:p>
          <a:p>
            <a:endParaRPr lang="en-RW" dirty="0"/>
          </a:p>
        </p:txBody>
      </p:sp>
    </p:spTree>
    <p:extLst>
      <p:ext uri="{BB962C8B-B14F-4D97-AF65-F5344CB8AC3E}">
        <p14:creationId xmlns:p14="http://schemas.microsoft.com/office/powerpoint/2010/main" val="36571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D362A-22DB-9A8E-C716-EC527D3648C9}"/>
              </a:ext>
            </a:extLst>
          </p:cNvPr>
          <p:cNvSpPr>
            <a:spLocks noGrp="1"/>
          </p:cNvSpPr>
          <p:nvPr>
            <p:ph type="title"/>
          </p:nvPr>
        </p:nvSpPr>
        <p:spPr/>
        <p:txBody>
          <a:bodyPr/>
          <a:lstStyle/>
          <a:p>
            <a:r>
              <a:rPr lang="en-US" dirty="0"/>
              <a:t>TARGET USER</a:t>
            </a:r>
            <a:endParaRPr lang="en-RW" dirty="0"/>
          </a:p>
        </p:txBody>
      </p:sp>
      <p:sp>
        <p:nvSpPr>
          <p:cNvPr id="3" name="Content Placeholder 2">
            <a:extLst>
              <a:ext uri="{FF2B5EF4-FFF2-40B4-BE49-F238E27FC236}">
                <a16:creationId xmlns:a16="http://schemas.microsoft.com/office/drawing/2014/main" id="{223159D7-1C6C-5D8C-99F2-9E0A4E847984}"/>
              </a:ext>
            </a:extLst>
          </p:cNvPr>
          <p:cNvSpPr>
            <a:spLocks noGrp="1"/>
          </p:cNvSpPr>
          <p:nvPr>
            <p:ph idx="1"/>
          </p:nvPr>
        </p:nvSpPr>
        <p:spPr/>
        <p:txBody>
          <a:bodyPr/>
          <a:lstStyle/>
          <a:p>
            <a:r>
              <a:rPr lang="en-US" dirty="0"/>
              <a:t>RESIDENTIAL BUILDINGS</a:t>
            </a:r>
          </a:p>
          <a:p>
            <a:r>
              <a:rPr lang="en-US" dirty="0"/>
              <a:t>COMERCIAL BUILDINGS</a:t>
            </a:r>
          </a:p>
          <a:p>
            <a:r>
              <a:rPr lang="en-US" dirty="0"/>
              <a:t>POLICE AND OTHER INVESTIGATION AGANCIES</a:t>
            </a:r>
          </a:p>
          <a:p>
            <a:r>
              <a:rPr lang="en-US" dirty="0"/>
              <a:t>SECURITY AGENCIES</a:t>
            </a:r>
          </a:p>
          <a:p>
            <a:r>
              <a:rPr lang="en-US" dirty="0"/>
              <a:t>ANY SMART MODERN BUILDING</a:t>
            </a:r>
          </a:p>
        </p:txBody>
      </p:sp>
    </p:spTree>
    <p:extLst>
      <p:ext uri="{BB962C8B-B14F-4D97-AF65-F5344CB8AC3E}">
        <p14:creationId xmlns:p14="http://schemas.microsoft.com/office/powerpoint/2010/main" val="3835059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9877-EFF2-D677-0F96-3BB0F0A2F2F3}"/>
              </a:ext>
            </a:extLst>
          </p:cNvPr>
          <p:cNvSpPr>
            <a:spLocks noGrp="1"/>
          </p:cNvSpPr>
          <p:nvPr>
            <p:ph type="title"/>
          </p:nvPr>
        </p:nvSpPr>
        <p:spPr/>
        <p:txBody>
          <a:bodyPr/>
          <a:lstStyle/>
          <a:p>
            <a:r>
              <a:rPr lang="en-US" dirty="0"/>
              <a:t>PROJECT GOALS</a:t>
            </a:r>
            <a:endParaRPr lang="en-RW" dirty="0"/>
          </a:p>
        </p:txBody>
      </p:sp>
      <p:sp>
        <p:nvSpPr>
          <p:cNvPr id="3" name="Content Placeholder 2">
            <a:extLst>
              <a:ext uri="{FF2B5EF4-FFF2-40B4-BE49-F238E27FC236}">
                <a16:creationId xmlns:a16="http://schemas.microsoft.com/office/drawing/2014/main" id="{54E66FCB-C49D-3D35-5BB1-2F94687F42C6}"/>
              </a:ext>
            </a:extLst>
          </p:cNvPr>
          <p:cNvSpPr>
            <a:spLocks noGrp="1"/>
          </p:cNvSpPr>
          <p:nvPr>
            <p:ph idx="1"/>
          </p:nvPr>
        </p:nvSpPr>
        <p:spPr/>
        <p:txBody>
          <a:bodyPr/>
          <a:lstStyle/>
          <a:p>
            <a:r>
              <a:rPr lang="en-US" dirty="0"/>
              <a:t>KNOWING WHO ENTERED </a:t>
            </a:r>
          </a:p>
          <a:p>
            <a:r>
              <a:rPr lang="en-US" dirty="0"/>
              <a:t>KNOWING WHO EXITED</a:t>
            </a:r>
          </a:p>
          <a:p>
            <a:r>
              <a:rPr lang="en-US" dirty="0"/>
              <a:t>THE EXIT TIME</a:t>
            </a:r>
          </a:p>
          <a:p>
            <a:r>
              <a:rPr lang="en-US" dirty="0"/>
              <a:t>THE ENTRY TIME</a:t>
            </a:r>
          </a:p>
          <a:p>
            <a:r>
              <a:rPr lang="en-US" dirty="0"/>
              <a:t>REDUCTION OF PAPER WORK</a:t>
            </a:r>
          </a:p>
          <a:p>
            <a:r>
              <a:rPr lang="en-US" dirty="0"/>
              <a:t>ACCURACY OF RECORDS</a:t>
            </a:r>
            <a:endParaRPr lang="en-RW" dirty="0"/>
          </a:p>
        </p:txBody>
      </p:sp>
    </p:spTree>
    <p:extLst>
      <p:ext uri="{BB962C8B-B14F-4D97-AF65-F5344CB8AC3E}">
        <p14:creationId xmlns:p14="http://schemas.microsoft.com/office/powerpoint/2010/main" val="944194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341F8-29BF-5B17-E7D8-1C7C2E0D603C}"/>
              </a:ext>
            </a:extLst>
          </p:cNvPr>
          <p:cNvSpPr>
            <a:spLocks noGrp="1"/>
          </p:cNvSpPr>
          <p:nvPr>
            <p:ph type="title"/>
          </p:nvPr>
        </p:nvSpPr>
        <p:spPr/>
        <p:txBody>
          <a:bodyPr/>
          <a:lstStyle/>
          <a:p>
            <a:r>
              <a:rPr lang="en-US" dirty="0"/>
              <a:t>BI POTENTIAL</a:t>
            </a:r>
            <a:endParaRPr lang="en-RW" dirty="0"/>
          </a:p>
        </p:txBody>
      </p:sp>
      <p:sp>
        <p:nvSpPr>
          <p:cNvPr id="3" name="Content Placeholder 2">
            <a:extLst>
              <a:ext uri="{FF2B5EF4-FFF2-40B4-BE49-F238E27FC236}">
                <a16:creationId xmlns:a16="http://schemas.microsoft.com/office/drawing/2014/main" id="{C115C343-F277-9654-B0DC-7728011DB36D}"/>
              </a:ext>
            </a:extLst>
          </p:cNvPr>
          <p:cNvSpPr>
            <a:spLocks noGrp="1"/>
          </p:cNvSpPr>
          <p:nvPr>
            <p:ph idx="1"/>
          </p:nvPr>
        </p:nvSpPr>
        <p:spPr>
          <a:xfrm>
            <a:off x="488879" y="1876996"/>
            <a:ext cx="10515600" cy="4351338"/>
          </a:xfrm>
        </p:spPr>
        <p:txBody>
          <a:bodyPr>
            <a:normAutofit/>
          </a:bodyPr>
          <a:lstStyle/>
          <a:p>
            <a:r>
              <a:rPr lang="en-US" dirty="0"/>
              <a:t>IMPROVES OPERATIONAL EFFICIENCY</a:t>
            </a:r>
          </a:p>
          <a:p>
            <a:r>
              <a:rPr lang="en-US" dirty="0"/>
              <a:t>SUPPORTS DATA DRIVEN STRATEGIES</a:t>
            </a:r>
          </a:p>
          <a:p>
            <a:r>
              <a:rPr lang="en-US" dirty="0"/>
              <a:t>ENHANCES CLIENTS OR RESIDENTS’ SECURITY</a:t>
            </a:r>
          </a:p>
          <a:p>
            <a:r>
              <a:rPr lang="en-US" dirty="0"/>
              <a:t>IMPROVES RISK MANAGEMENT</a:t>
            </a:r>
          </a:p>
          <a:p>
            <a:r>
              <a:rPr lang="en-US" dirty="0"/>
              <a:t>ENSURES REAL TIME DECISION MAKING</a:t>
            </a:r>
          </a:p>
          <a:p>
            <a:r>
              <a:rPr lang="en-US" dirty="0"/>
              <a:t>ENHANCES PERFORMANE MEASUREMENT</a:t>
            </a:r>
          </a:p>
        </p:txBody>
      </p:sp>
    </p:spTree>
    <p:extLst>
      <p:ext uri="{BB962C8B-B14F-4D97-AF65-F5344CB8AC3E}">
        <p14:creationId xmlns:p14="http://schemas.microsoft.com/office/powerpoint/2010/main" val="27052137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11</TotalTime>
  <Words>400</Words>
  <Application>Microsoft Office PowerPoint</Application>
  <PresentationFormat>Widescreen</PresentationFormat>
  <Paragraphs>42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Century Gothic</vt:lpstr>
      <vt:lpstr>Helvetica</vt:lpstr>
      <vt:lpstr>Wingdings 3</vt:lpstr>
      <vt:lpstr>Ion</vt:lpstr>
      <vt:lpstr>SHIMWA HOPE  28784 </vt:lpstr>
      <vt:lpstr>PROBLEM DEFINITION:</vt:lpstr>
      <vt:lpstr>PROBLEM DEFINITION:</vt:lpstr>
      <vt:lpstr>CONTEXT</vt:lpstr>
      <vt:lpstr>TARGET USER</vt:lpstr>
      <vt:lpstr>PROJECT GOALS</vt:lpstr>
      <vt:lpstr>BI POTENTIAL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Jonathan MUGISHA</dc:creator>
  <cp:lastModifiedBy>Jonathan MUGISHA</cp:lastModifiedBy>
  <cp:revision>4</cp:revision>
  <dcterms:created xsi:type="dcterms:W3CDTF">2025-11-17T20:24:46Z</dcterms:created>
  <dcterms:modified xsi:type="dcterms:W3CDTF">2025-12-20T20:13:13Z</dcterms:modified>
</cp:coreProperties>
</file>